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6" r:id="rId5"/>
    <p:sldId id="260" r:id="rId6"/>
    <p:sldId id="267" r:id="rId17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6F91A-E5A9-4046-B1D5-1821671D4014}" v="229" dt="2026-09-20T07:50:55.966"/>
    <p1510:client id="{55070461-D690-4CDD-9753-4F188055BDB5}" v="5" dt="2026-09-20T06:32:24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kJoo Christine Han" userId="ab0cf6c4020b386a" providerId="LiveId" clId="{8237D424-8FF9-43F8-AD32-9333448021B0}"/>
    <pc:docChg chg="undo custSel addSld delSld modSld">
      <pc:chgData name="OkJoo Christine Han" userId="ab0cf6c4020b386a" providerId="LiveId" clId="{8237D424-8FF9-43F8-AD32-9333448021B0}" dt="2026-09-20T07:50:55.966" v="283" actId="20577"/>
      <pc:docMkLst>
        <pc:docMk/>
      </pc:docMkLst>
      <pc:sldChg chg="addSp delSp modSp mod delAnim modAnim">
        <pc:chgData name="OkJoo Christine Han" userId="ab0cf6c4020b386a" providerId="LiveId" clId="{8237D424-8FF9-43F8-AD32-9333448021B0}" dt="2026-09-20T07:16:08.970" v="118" actId="1076"/>
        <pc:sldMkLst>
          <pc:docMk/>
          <pc:sldMk cId="0" sldId="257"/>
        </pc:sldMkLst>
        <pc:spChg chg="add del">
          <ac:chgData name="OkJoo Christine Han" userId="ab0cf6c4020b386a" providerId="LiveId" clId="{8237D424-8FF9-43F8-AD32-9333448021B0}" dt="2026-09-20T07:14:12.185" v="101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OkJoo Christine Han" userId="ab0cf6c4020b386a" providerId="LiveId" clId="{8237D424-8FF9-43F8-AD32-9333448021B0}" dt="2026-09-20T07:11:50.156" v="52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OkJoo Christine Han" userId="ab0cf6c4020b386a" providerId="LiveId" clId="{8237D424-8FF9-43F8-AD32-9333448021B0}" dt="2026-09-20T07:16:08.970" v="118" actId="1076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OkJoo Christine Han" userId="ab0cf6c4020b386a" providerId="LiveId" clId="{8237D424-8FF9-43F8-AD32-9333448021B0}" dt="2026-09-20T07:13:36.537" v="95" actId="47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OkJoo Christine Han" userId="ab0cf6c4020b386a" providerId="LiveId" clId="{8237D424-8FF9-43F8-AD32-9333448021B0}" dt="2026-09-20T07:14:31.935" v="105" actId="478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OkJoo Christine Han" userId="ab0cf6c4020b386a" providerId="LiveId" clId="{8237D424-8FF9-43F8-AD32-9333448021B0}" dt="2026-09-20T07:15:08.656" v="114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OkJoo Christine Han" userId="ab0cf6c4020b386a" providerId="LiveId" clId="{8237D424-8FF9-43F8-AD32-9333448021B0}" dt="2026-09-20T07:15:08.656" v="112" actId="478"/>
          <ac:spMkLst>
            <pc:docMk/>
            <pc:sldMk cId="0" sldId="257"/>
            <ac:spMk id="9" creationId="{00000000-0000-0000-0000-000000000000}"/>
          </ac:spMkLst>
        </pc:spChg>
        <pc:spChg chg="del mod">
          <ac:chgData name="OkJoo Christine Han" userId="ab0cf6c4020b386a" providerId="LiveId" clId="{8237D424-8FF9-43F8-AD32-9333448021B0}" dt="2026-09-20T07:14:01.284" v="99" actId="478"/>
          <ac:spMkLst>
            <pc:docMk/>
            <pc:sldMk cId="0" sldId="257"/>
            <ac:spMk id="14" creationId="{D71C7AAC-04BF-3B88-88A1-ECD07980ED8C}"/>
          </ac:spMkLst>
        </pc:spChg>
      </pc:sldChg>
      <pc:sldChg chg="modSp mod modAnim">
        <pc:chgData name="OkJoo Christine Han" userId="ab0cf6c4020b386a" providerId="LiveId" clId="{8237D424-8FF9-43F8-AD32-9333448021B0}" dt="2026-09-20T07:50:55.966" v="283" actId="20577"/>
        <pc:sldMkLst>
          <pc:docMk/>
          <pc:sldMk cId="0" sldId="266"/>
        </pc:sldMkLst>
        <pc:spChg chg="mod">
          <ac:chgData name="OkJoo Christine Han" userId="ab0cf6c4020b386a" providerId="LiveId" clId="{8237D424-8FF9-43F8-AD32-9333448021B0}" dt="2026-09-20T07:38:58.283" v="254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OkJoo Christine Han" userId="ab0cf6c4020b386a" providerId="LiveId" clId="{8237D424-8FF9-43F8-AD32-9333448021B0}" dt="2026-09-20T07:50:55.966" v="283" actId="20577"/>
          <ac:spMkLst>
            <pc:docMk/>
            <pc:sldMk cId="0" sldId="266"/>
            <ac:spMk id="5" creationId="{00000000-0000-0000-0000-000000000000}"/>
          </ac:spMkLst>
        </pc:spChg>
      </pc:sldChg>
      <pc:sldChg chg="new del">
        <pc:chgData name="OkJoo Christine Han" userId="ab0cf6c4020b386a" providerId="LiveId" clId="{8237D424-8FF9-43F8-AD32-9333448021B0}" dt="2026-09-20T07:37:00.682" v="221" actId="680"/>
        <pc:sldMkLst>
          <pc:docMk/>
          <pc:sldMk cId="1199336626" sldId="267"/>
        </pc:sldMkLst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81725"/>
              </a:gs>
              <a:gs pos="60000">
                <a:srgbClr val="10273C"/>
              </a:gs>
              <a:gs pos="90000">
                <a:srgbClr val="174450"/>
              </a:gs>
              <a:gs pos="100000">
                <a:srgbClr val="66583F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5868" y="1256174"/>
            <a:ext cx="10449784" cy="23339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>
                <a:solidFill>
                  <a:srgbClr val="F6F5EF"/>
                </a:solidFill>
              </a:defRPr>
            </a:pPr>
            <a:r>
              <a:rPr sz="3600" b="1" dirty="0" err="1">
                <a:solidFill>
                  <a:srgbClr val="F6F5EF"/>
                </a:solidFill>
                <a:latin typeface="Noto Sans CJK KR"/>
              </a:rPr>
              <a:t>모든</a:t>
            </a:r>
            <a:r>
              <a:rPr sz="3600" b="1"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sz="3600" b="1" dirty="0" err="1">
                <a:solidFill>
                  <a:srgbClr val="F6F5EF"/>
                </a:solidFill>
                <a:latin typeface="Noto Sans CJK KR"/>
              </a:rPr>
              <a:t>민족과</a:t>
            </a:r>
            <a:r>
              <a:rPr sz="3600" b="1"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sz="3600" b="1" dirty="0" err="1">
                <a:solidFill>
                  <a:srgbClr val="F6F5EF"/>
                </a:solidFill>
                <a:latin typeface="Noto Sans CJK KR"/>
              </a:rPr>
              <a:t>후대를</a:t>
            </a:r>
            <a:r>
              <a:rPr sz="3600" b="1"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sz="3600" b="1" dirty="0" err="1">
                <a:solidFill>
                  <a:srgbClr val="F6F5EF"/>
                </a:solidFill>
                <a:latin typeface="Noto Sans CJK KR"/>
              </a:rPr>
              <a:t>위한</a:t>
            </a:r>
            <a:r>
              <a:rPr sz="3600" b="1"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sz="3600" b="1" dirty="0" err="1">
                <a:solidFill>
                  <a:srgbClr val="F6F5EF"/>
                </a:solidFill>
                <a:latin typeface="Noto Sans CJK KR"/>
              </a:rPr>
              <a:t>기도모임</a:t>
            </a:r>
            <a:endParaRPr sz="3600" b="1" dirty="0">
              <a:solidFill>
                <a:srgbClr val="F6F5EF"/>
              </a:solidFill>
              <a:latin typeface="Noto Sans CJK KR"/>
            </a:endParaRPr>
          </a:p>
          <a:p>
            <a:pPr algn="ctr">
              <a:defRPr>
                <a:solidFill>
                  <a:srgbClr val="E6C581"/>
                </a:solidFill>
              </a:defRPr>
            </a:pPr>
            <a:r>
              <a:rPr sz="3600" dirty="0">
                <a:solidFill>
                  <a:srgbClr val="E6C581"/>
                </a:solidFill>
                <a:latin typeface="Noto Sans CJK KR"/>
              </a:rPr>
              <a:t>Prayer Gathering for All Nations &amp; the Next Generation</a:t>
            </a:r>
          </a:p>
          <a:p>
            <a:pPr algn="ctr">
              <a:spcBef>
                <a:spcPts val="2200"/>
              </a:spcBef>
              <a:defRPr>
                <a:solidFill>
                  <a:srgbClr val="F6F5EF"/>
                </a:solidFill>
              </a:defRPr>
            </a:pPr>
            <a:r>
              <a:rPr sz="1700" dirty="0" err="1">
                <a:solidFill>
                  <a:srgbClr val="F6F5EF"/>
                </a:solidFill>
                <a:latin typeface="Noto Sans CJK KR"/>
              </a:rPr>
              <a:t>진행</a:t>
            </a:r>
            <a:r>
              <a:rPr sz="1700" dirty="0">
                <a:solidFill>
                  <a:srgbClr val="F6F5EF"/>
                </a:solidFill>
                <a:latin typeface="Noto Sans CJK KR"/>
              </a:rPr>
              <a:t>: </a:t>
            </a:r>
            <a:r>
              <a:rPr sz="1700" dirty="0" err="1">
                <a:solidFill>
                  <a:srgbClr val="F6F5EF"/>
                </a:solidFill>
                <a:latin typeface="Noto Sans CJK KR"/>
              </a:rPr>
              <a:t>한옥주</a:t>
            </a:r>
            <a:r>
              <a:rPr sz="1700" dirty="0">
                <a:solidFill>
                  <a:srgbClr val="F6F5EF"/>
                </a:solidFill>
                <a:latin typeface="Noto Sans CJK KR"/>
              </a:rPr>
              <a:t>  |  </a:t>
            </a:r>
            <a:r>
              <a:rPr sz="1700" dirty="0" err="1">
                <a:solidFill>
                  <a:srgbClr val="F6F5EF"/>
                </a:solidFill>
                <a:latin typeface="Noto Sans CJK KR"/>
              </a:rPr>
              <a:t>통역</a:t>
            </a:r>
            <a:r>
              <a:rPr sz="1700" dirty="0">
                <a:solidFill>
                  <a:srgbClr val="F6F5EF"/>
                </a:solidFill>
                <a:latin typeface="Noto Sans CJK KR"/>
              </a:rPr>
              <a:t>: </a:t>
            </a:r>
            <a:r>
              <a:rPr sz="1700" dirty="0" err="1">
                <a:solidFill>
                  <a:srgbClr val="F6F5EF"/>
                </a:solidFill>
                <a:latin typeface="Noto Sans CJK KR"/>
              </a:rPr>
              <a:t>아이리스</a:t>
            </a:r>
            <a:endParaRPr lang="en-AU" sz="1700" dirty="0">
              <a:solidFill>
                <a:srgbClr val="F6F5EF"/>
              </a:solidFill>
              <a:latin typeface="Noto Sans CJK KR"/>
            </a:endParaRPr>
          </a:p>
          <a:p>
            <a:pPr algn="ctr">
              <a:spcBef>
                <a:spcPts val="2200"/>
              </a:spcBef>
              <a:defRPr>
                <a:solidFill>
                  <a:srgbClr val="CFDCE6"/>
                </a:solidFill>
              </a:defRPr>
            </a:pPr>
            <a:r>
              <a:rPr sz="2000" dirty="0">
                <a:solidFill>
                  <a:srgbClr val="CFDCE6"/>
                </a:solidFill>
                <a:latin typeface="Noto Sans CJK KR"/>
              </a:rPr>
              <a:t>Host: </a:t>
            </a:r>
            <a:r>
              <a:rPr lang="en-AU" sz="2000" dirty="0">
                <a:solidFill>
                  <a:srgbClr val="CFDCE6"/>
                </a:solidFill>
                <a:latin typeface="Noto Sans CJK KR"/>
              </a:rPr>
              <a:t>Christine</a:t>
            </a:r>
            <a:r>
              <a:rPr lang="ko-KR" altLang="en-US" sz="2000" dirty="0">
                <a:solidFill>
                  <a:srgbClr val="CFDCE6"/>
                </a:solidFill>
                <a:latin typeface="Noto Sans CJK KR"/>
              </a:rPr>
              <a:t> </a:t>
            </a:r>
            <a:r>
              <a:rPr lang="en-AU" altLang="ko-KR" sz="2000" dirty="0">
                <a:solidFill>
                  <a:srgbClr val="CFDCE6"/>
                </a:solidFill>
                <a:latin typeface="Noto Sans CJK KR"/>
              </a:rPr>
              <a:t>HAN</a:t>
            </a:r>
            <a:r>
              <a:rPr sz="2000" dirty="0">
                <a:solidFill>
                  <a:srgbClr val="CFDCE6"/>
                </a:solidFill>
                <a:latin typeface="Noto Sans CJK KR"/>
              </a:rPr>
              <a:t>  |  Interpreter: Iris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81725"/>
              </a:gs>
              <a:gs pos="60000">
                <a:srgbClr val="10273C"/>
              </a:gs>
              <a:gs pos="90000">
                <a:srgbClr val="174450"/>
              </a:gs>
              <a:gs pos="100000">
                <a:srgbClr val="66583F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2428101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6F5EF"/>
                </a:solidFill>
              </a:defRPr>
            </a:pPr>
            <a:r>
              <a:rPr lang="ko-KR" altLang="en-US" sz="2800" b="1" dirty="0">
                <a:solidFill>
                  <a:srgbClr val="F6F5EF"/>
                </a:solidFill>
                <a:latin typeface="Noto Sans CJK KR"/>
              </a:rPr>
              <a:t>오픈닝 기도</a:t>
            </a:r>
          </a:p>
          <a:p>
            <a:pPr>
              <a:defRPr>
                <a:solidFill>
                  <a:srgbClr val="E6C581"/>
                </a:solidFill>
              </a:defRPr>
            </a:pPr>
            <a:r>
              <a:rPr lang="en-AU" sz="2800" dirty="0">
                <a:solidFill>
                  <a:srgbClr val="E6C581"/>
                </a:solidFill>
                <a:latin typeface="Noto Sans CJK KR"/>
              </a:rPr>
              <a:t>Opening Prayer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97280" cy="45720"/>
          </a:xfrm>
          <a:prstGeom prst="rect">
            <a:avLst/>
          </a:prstGeom>
          <a:solidFill>
            <a:srgbClr val="C9A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800529"/>
            <a:ext cx="10607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6F5EF"/>
                </a:solidFill>
                <a:latin typeface="Noto Sans CJK KR"/>
              </a:defRPr>
            </a:pPr>
            <a:r>
              <a:rPr dirty="0">
                <a:solidFill>
                  <a:srgbClr val="F6F5EF"/>
                </a:solidFill>
                <a:latin typeface="Noto Sans CJK KR"/>
              </a:rPr>
              <a:t>• </a:t>
            </a:r>
            <a:r>
              <a:rPr sz="3600" b="1" dirty="0" err="1">
                <a:solidFill>
                  <a:srgbClr val="F6F5EF"/>
                </a:solidFill>
                <a:latin typeface="Noto Sans CJK KR"/>
              </a:rPr>
              <a:t>오프닝</a:t>
            </a:r>
            <a:r>
              <a:rPr sz="3600" b="1"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sz="3600" b="1" dirty="0" err="1">
                <a:solidFill>
                  <a:srgbClr val="F6F5EF"/>
                </a:solidFill>
                <a:latin typeface="Noto Sans CJK KR"/>
              </a:rPr>
              <a:t>기도</a:t>
            </a:r>
            <a:r>
              <a:rPr sz="3600" b="1" dirty="0">
                <a:solidFill>
                  <a:srgbClr val="F6F5EF"/>
                </a:solidFill>
                <a:latin typeface="Noto Sans CJK KR"/>
              </a:rPr>
              <a:t> — </a:t>
            </a:r>
            <a:r>
              <a:rPr sz="3600" b="1" dirty="0" err="1">
                <a:solidFill>
                  <a:srgbClr val="F6F5EF"/>
                </a:solidFill>
                <a:latin typeface="Noto Sans CJK KR"/>
              </a:rPr>
              <a:t>김은</a:t>
            </a:r>
            <a:r>
              <a:rPr lang="ko-KR" altLang="en-US" sz="3600" b="1" dirty="0">
                <a:solidFill>
                  <a:srgbClr val="F6F5EF"/>
                </a:solidFill>
                <a:latin typeface="Noto Sans CJK KR"/>
              </a:rPr>
              <a:t>덕</a:t>
            </a:r>
            <a:r>
              <a:rPr sz="3600" b="1"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sz="3600" b="1" dirty="0" err="1">
                <a:solidFill>
                  <a:srgbClr val="F6F5EF"/>
                </a:solidFill>
                <a:latin typeface="Noto Sans CJK KR"/>
              </a:rPr>
              <a:t>목사</a:t>
            </a:r>
            <a:endParaRPr sz="3600" b="1" dirty="0">
              <a:solidFill>
                <a:srgbClr val="F6F5EF"/>
              </a:solidFill>
              <a:latin typeface="Noto Sans CJK KR"/>
            </a:endParaRPr>
          </a:p>
          <a:p>
            <a:pPr algn="ctr">
              <a:defRPr sz="1300">
                <a:solidFill>
                  <a:srgbClr val="CFDCE6"/>
                </a:solidFill>
                <a:latin typeface="Aptos"/>
              </a:defRPr>
            </a:pPr>
            <a:r>
              <a:rPr sz="3600" b="1" dirty="0">
                <a:solidFill>
                  <a:srgbClr val="F6F5EF"/>
                </a:solidFill>
                <a:latin typeface="Noto Sans CJK KR"/>
              </a:rPr>
              <a:t>   Opening Prayer — Pastor Eun-</a:t>
            </a:r>
            <a:r>
              <a:rPr lang="en-AU" sz="3600" b="1" dirty="0">
                <a:solidFill>
                  <a:srgbClr val="F6F5EF"/>
                </a:solidFill>
                <a:latin typeface="Noto Sans CJK KR"/>
              </a:rPr>
              <a:t>Duk Kim</a:t>
            </a:r>
            <a:endParaRPr sz="3600" b="1" dirty="0">
              <a:solidFill>
                <a:srgbClr val="F6F5EF"/>
              </a:solidFill>
              <a:latin typeface="Noto Sans CJK K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81B25"/>
              </a:gs>
              <a:gs pos="60000">
                <a:srgbClr val="10353D"/>
              </a:gs>
              <a:gs pos="90000">
                <a:srgbClr val="20545A"/>
              </a:gs>
              <a:gs pos="100000">
                <a:srgbClr val="746341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6F5EF"/>
                </a:solidFill>
              </a:defRPr>
            </a:pPr>
            <a:r>
              <a:rPr sz="2800" b="1">
                <a:solidFill>
                  <a:srgbClr val="F6F5EF"/>
                </a:solidFill>
                <a:latin typeface="Noto Sans CJK KR"/>
              </a:rPr>
              <a:t>찬송</a:t>
            </a:r>
          </a:p>
          <a:p>
            <a:pPr>
              <a:defRPr>
                <a:solidFill>
                  <a:srgbClr val="E6C581"/>
                </a:solidFill>
              </a:defRPr>
            </a:pPr>
            <a:r>
              <a:rPr sz="2800">
                <a:solidFill>
                  <a:srgbClr val="E6C581"/>
                </a:solidFill>
                <a:latin typeface="Noto Sans CJK KR"/>
              </a:rPr>
              <a:t>Praise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97280" cy="45720"/>
          </a:xfrm>
          <a:prstGeom prst="rect">
            <a:avLst/>
          </a:prstGeom>
          <a:solidFill>
            <a:srgbClr val="C9A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6F5EF"/>
                </a:solidFill>
              </a:defRPr>
            </a:pPr>
            <a:r>
              <a:rPr sz="3400" b="1" dirty="0">
                <a:solidFill>
                  <a:srgbClr val="F6F5EF"/>
                </a:solidFill>
                <a:latin typeface="Noto Sans CJK KR"/>
              </a:rPr>
              <a:t>나 </a:t>
            </a:r>
            <a:r>
              <a:rPr sz="3400" b="1" dirty="0" err="1">
                <a:solidFill>
                  <a:srgbClr val="F6F5EF"/>
                </a:solidFill>
                <a:latin typeface="Noto Sans CJK KR"/>
              </a:rPr>
              <a:t>같은</a:t>
            </a:r>
            <a:r>
              <a:rPr sz="3400" b="1"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sz="3400" b="1" dirty="0" err="1">
                <a:solidFill>
                  <a:srgbClr val="F6F5EF"/>
                </a:solidFill>
                <a:latin typeface="Noto Sans CJK KR"/>
              </a:rPr>
              <a:t>죄인</a:t>
            </a:r>
            <a:r>
              <a:rPr sz="3400" b="1"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sz="3400" b="1" dirty="0" err="1">
                <a:solidFill>
                  <a:srgbClr val="F6F5EF"/>
                </a:solidFill>
                <a:latin typeface="Noto Sans CJK KR"/>
              </a:rPr>
              <a:t>살리신</a:t>
            </a:r>
            <a:endParaRPr sz="3400" b="1" dirty="0">
              <a:solidFill>
                <a:srgbClr val="F6F5EF"/>
              </a:solidFill>
              <a:latin typeface="Noto Sans CJK KR"/>
            </a:endParaRPr>
          </a:p>
          <a:p>
            <a:pPr algn="ctr">
              <a:defRPr>
                <a:solidFill>
                  <a:srgbClr val="CFDCE6"/>
                </a:solidFill>
              </a:defRPr>
            </a:pPr>
            <a:r>
              <a:rPr sz="3400" dirty="0">
                <a:solidFill>
                  <a:srgbClr val="CFDCE6"/>
                </a:solidFill>
                <a:latin typeface="Noto Sans CJK KR"/>
              </a:rPr>
              <a:t>Amazing Grace</a:t>
            </a:r>
          </a:p>
          <a:p>
            <a:pPr algn="ctr">
              <a:spcBef>
                <a:spcPts val="2200"/>
              </a:spcBef>
              <a:defRPr>
                <a:solidFill>
                  <a:srgbClr val="F6F5EF"/>
                </a:solidFill>
              </a:defRPr>
            </a:pPr>
            <a:r>
              <a:rPr sz="1700" dirty="0" err="1">
                <a:solidFill>
                  <a:srgbClr val="F6F5EF"/>
                </a:solidFill>
                <a:latin typeface="Noto Sans CJK KR"/>
              </a:rPr>
              <a:t>유튜브</a:t>
            </a:r>
            <a:r>
              <a:rPr sz="1700" dirty="0">
                <a:solidFill>
                  <a:srgbClr val="F6F5EF"/>
                </a:solidFill>
                <a:latin typeface="Noto Sans CJK KR"/>
              </a:rPr>
              <a:t>: </a:t>
            </a:r>
            <a:r>
              <a:rPr sz="1700" dirty="0" err="1">
                <a:solidFill>
                  <a:srgbClr val="F6F5EF"/>
                </a:solidFill>
                <a:latin typeface="Noto Sans CJK KR"/>
              </a:rPr>
              <a:t>한국어</a:t>
            </a:r>
            <a:r>
              <a:rPr sz="1700"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sz="1700" dirty="0" err="1">
                <a:solidFill>
                  <a:srgbClr val="F6F5EF"/>
                </a:solidFill>
                <a:latin typeface="Noto Sans CJK KR"/>
              </a:rPr>
              <a:t>찬양</a:t>
            </a:r>
            <a:r>
              <a:rPr sz="1700" dirty="0">
                <a:solidFill>
                  <a:srgbClr val="F6F5EF"/>
                </a:solidFill>
                <a:latin typeface="Noto Sans CJK KR"/>
              </a:rPr>
              <a:t> + </a:t>
            </a:r>
            <a:r>
              <a:rPr sz="1700" dirty="0" err="1">
                <a:solidFill>
                  <a:srgbClr val="F6F5EF"/>
                </a:solidFill>
                <a:latin typeface="Noto Sans CJK KR"/>
              </a:rPr>
              <a:t>영어</a:t>
            </a:r>
            <a:r>
              <a:rPr sz="1700"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sz="1700" dirty="0" err="1">
                <a:solidFill>
                  <a:srgbClr val="F6F5EF"/>
                </a:solidFill>
                <a:latin typeface="Noto Sans CJK KR"/>
              </a:rPr>
              <a:t>가사</a:t>
            </a:r>
            <a:r>
              <a:rPr sz="1700"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sz="1700" dirty="0" err="1">
                <a:solidFill>
                  <a:srgbClr val="F6F5EF"/>
                </a:solidFill>
                <a:latin typeface="Noto Sans CJK KR"/>
              </a:rPr>
              <a:t>자막</a:t>
            </a:r>
            <a:r>
              <a:rPr sz="1700" dirty="0">
                <a:solidFill>
                  <a:srgbClr val="F6F5EF"/>
                </a:solidFill>
                <a:latin typeface="Noto Sans CJK KR"/>
              </a:rPr>
              <a:t>
YouTube: Korean worship with English lyric subtitles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504688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6F5EF"/>
                </a:solidFill>
              </a:defRPr>
            </a:pPr>
            <a:r>
              <a:rPr sz="1050">
                <a:solidFill>
                  <a:srgbClr val="F6F5EF"/>
                </a:solidFill>
                <a:latin typeface="Noto Sans CJK KR"/>
              </a:rPr>
              <a:t>V-WORSHIP · 나 같은 죄인 살리신 + 놀라우신 은혜 · Amazing Grace (ENG SUB)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81B25"/>
              </a:gs>
              <a:gs pos="60000">
                <a:srgbClr val="10353D"/>
              </a:gs>
              <a:gs pos="90000">
                <a:srgbClr val="20545A"/>
              </a:gs>
              <a:gs pos="100000">
                <a:srgbClr val="746341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946327" y="2636520"/>
            <a:ext cx="8268866" cy="28007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6F5EF"/>
                </a:solidFill>
              </a:defRPr>
            </a:pPr>
            <a:r>
              <a:rPr sz="3600" b="1" dirty="0" err="1">
                <a:solidFill>
                  <a:srgbClr val="F6F5EF"/>
                </a:solidFill>
                <a:latin typeface="Noto Sans CJK KR"/>
              </a:rPr>
              <a:t>후대에게</a:t>
            </a:r>
            <a:r>
              <a:rPr sz="3600" b="1"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sz="3600" b="1" dirty="0" err="1">
                <a:solidFill>
                  <a:srgbClr val="F6F5EF"/>
                </a:solidFill>
                <a:latin typeface="Noto Sans CJK KR"/>
              </a:rPr>
              <a:t>전달할</a:t>
            </a:r>
            <a:r>
              <a:rPr sz="3600" b="1" dirty="0">
                <a:solidFill>
                  <a:srgbClr val="F6F5EF"/>
                </a:solidFill>
                <a:latin typeface="Noto Sans CJK KR"/>
              </a:rPr>
              <a:t> 5분 </a:t>
            </a:r>
            <a:r>
              <a:rPr sz="3600" b="1" dirty="0" err="1">
                <a:solidFill>
                  <a:srgbClr val="F6F5EF"/>
                </a:solidFill>
                <a:latin typeface="Noto Sans CJK KR"/>
              </a:rPr>
              <a:t>메시지</a:t>
            </a:r>
            <a:endParaRPr sz="3600" b="1" dirty="0">
              <a:solidFill>
                <a:srgbClr val="F6F5EF"/>
              </a:solidFill>
              <a:latin typeface="Noto Sans CJK KR"/>
            </a:endParaRPr>
          </a:p>
          <a:p>
            <a:pPr algn="ctr">
              <a:defRPr sz="2800">
                <a:solidFill>
                  <a:srgbClr val="E6C581"/>
                </a:solidFill>
              </a:defRPr>
            </a:pPr>
            <a:r>
              <a:rPr sz="2800" dirty="0">
                <a:solidFill>
                  <a:srgbClr val="E6C581"/>
                </a:solidFill>
                <a:latin typeface="Noto Sans CJK KR"/>
              </a:rPr>
              <a:t>A 5-Minute Message to Share with the Next Generation</a:t>
            </a:r>
            <a:endParaRPr lang="en-AU" sz="2800" dirty="0">
              <a:solidFill>
                <a:srgbClr val="E6C581"/>
              </a:solidFill>
              <a:latin typeface="Noto Sans CJK KR"/>
            </a:endParaRPr>
          </a:p>
          <a:p>
            <a:pPr algn="ctr">
              <a:defRPr sz="2800">
                <a:solidFill>
                  <a:srgbClr val="E6C581"/>
                </a:solidFill>
              </a:defRPr>
            </a:pPr>
            <a:endParaRPr lang="en-AU" sz="2800" dirty="0">
              <a:solidFill>
                <a:srgbClr val="E6C581"/>
              </a:solidFill>
              <a:latin typeface="Noto Sans CJK KR"/>
            </a:endParaRPr>
          </a:p>
          <a:p>
            <a:pPr algn="ctr">
              <a:defRPr sz="2800">
                <a:solidFill>
                  <a:srgbClr val="E6C581"/>
                </a:solidFill>
              </a:defRPr>
            </a:pPr>
            <a:r>
              <a:rPr lang="ko-KR" altLang="en-US" sz="2800" dirty="0">
                <a:solidFill>
                  <a:srgbClr val="E6C581"/>
                </a:solidFill>
                <a:latin typeface="Noto Sans CJK KR"/>
              </a:rPr>
              <a:t>창</a:t>
            </a:r>
            <a:r>
              <a:rPr lang="en-US" altLang="ko-KR" sz="2800" dirty="0">
                <a:solidFill>
                  <a:srgbClr val="E6C581"/>
                </a:solidFill>
                <a:latin typeface="Noto Sans CJK KR"/>
              </a:rPr>
              <a:t>1:27-28</a:t>
            </a:r>
          </a:p>
          <a:p>
            <a:pPr algn="ctr">
              <a:defRPr sz="2800">
                <a:solidFill>
                  <a:srgbClr val="E6C581"/>
                </a:solidFill>
              </a:defRPr>
            </a:pPr>
            <a:r>
              <a:rPr lang="ko-KR" altLang="en-US" sz="2800" dirty="0">
                <a:solidFill>
                  <a:srgbClr val="E6C581"/>
                </a:solidFill>
                <a:latin typeface="Noto Sans CJK KR"/>
              </a:rPr>
              <a:t>다스리고 정복하라</a:t>
            </a:r>
            <a:endParaRPr lang="en-AU" altLang="ko-KR" sz="2800" dirty="0">
              <a:solidFill>
                <a:srgbClr val="E6C581"/>
              </a:solidFill>
              <a:latin typeface="Noto Sans CJK KR"/>
            </a:endParaRPr>
          </a:p>
          <a:p>
            <a:pPr algn="ctr">
              <a:defRPr sz="2800">
                <a:solidFill>
                  <a:srgbClr val="E6C581"/>
                </a:solidFill>
              </a:defRPr>
            </a:pPr>
            <a:r>
              <a:rPr lang="en-AU" altLang="ko-KR" sz="2800" dirty="0">
                <a:solidFill>
                  <a:srgbClr val="E6C581"/>
                </a:solidFill>
                <a:latin typeface="Noto Sans CJK KR"/>
              </a:rPr>
              <a:t>(Rule </a:t>
            </a:r>
            <a:r>
              <a:rPr lang="en-AU" altLang="ko-KR" sz="2800">
                <a:solidFill>
                  <a:srgbClr val="E6C581"/>
                </a:solidFill>
                <a:latin typeface="Noto Sans CJK KR"/>
              </a:rPr>
              <a:t>&amp; Subdue)</a:t>
            </a:r>
            <a:endParaRPr lang="en-US" altLang="ko-KR" sz="2800" dirty="0">
              <a:solidFill>
                <a:srgbClr val="E6C581"/>
              </a:solidFill>
              <a:latin typeface="Noto Sans CJK K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81725"/>
              </a:gs>
              <a:gs pos="60000">
                <a:srgbClr val="10273C"/>
              </a:gs>
              <a:gs pos="90000">
                <a:srgbClr val="174450"/>
              </a:gs>
              <a:gs pos="100000">
                <a:srgbClr val="66583F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6F5EF"/>
                </a:solidFill>
              </a:defRPr>
            </a:pPr>
            <a:r>
              <a:rPr b="1" sz="2800">
                <a:solidFill>
                  <a:srgbClr val="122947"/>
                </a:solidFill>
              </a:rPr>
              <a:t>1. 메시지 기도</a:t>
            </a:r>
          </a:p>
          <a:p>
            <a:r>
              <a:rPr b="1" sz="2000">
                <a:solidFill>
                  <a:srgbClr val="5A6B7C"/>
                </a:solidFill>
              </a:rPr>
              <a:t>1. Message Prayer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97280" cy="45720"/>
          </a:xfrm>
          <a:prstGeom prst="rect">
            <a:avLst/>
          </a:prstGeom>
          <a:solidFill>
            <a:srgbClr val="C9A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6F5EF"/>
                </a:solidFill>
              </a:defRPr>
            </a:pPr>
            <a:r>
              <a:rPr b="1" sz="1600">
                <a:solidFill>
                  <a:srgbClr val="122947"/>
                </a:solidFill>
              </a:rPr>
              <a:t>“내 자신과 후대 모든 민족이”  |  </a:t>
            </a:r>
            <a:r>
              <a:rPr b="1" sz="1600">
                <a:solidFill>
                  <a:srgbClr val="BF7314"/>
                </a:solidFill>
              </a:rPr>
              <a:t>“For Myself, the Next Generation, and All Nations”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1168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56BA6"/>
                </a:solidFill>
              </a:rPr>
              <a:t>• 1. 하나님이 만드신 원래의 나를 회복하도록  |  To restore the original self created by God</a:t>
            </a:r>
          </a:p>
          <a:p>
            <a:r>
              <a:rPr b="1" sz="1250">
                <a:solidFill>
                  <a:srgbClr val="1E293B"/>
                </a:solidFill>
              </a:rPr>
              <a:t>   1) 하나님을 닮은 나 (The 'me' who resembles God)           2) 안 되는 게 없던 나 (The 'me' for whom nothing was impossible)</a:t>
            </a:r>
          </a:p>
          <a:p>
            <a:r>
              <a:rPr b="1" sz="1250">
                <a:solidFill>
                  <a:srgbClr val="1E293B"/>
                </a:solidFill>
              </a:rPr>
              <a:t>   3) 모든 것이 만족되던 나 (The 'me' who was fully satisfied in all things)           4) 모든 것이 다스려지던 나 (The 'me' who had dominion over all things)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93192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F7314"/>
                </a:solidFill>
              </a:rPr>
              <a:t>• 2. 원죄 — 절대 절망의 우리의 상태를 당연하게 인정하므로 복음 말고 살 길 없는 나를 발견하도록</a:t>
            </a:r>
          </a:p>
          <a:p>
            <a:r>
              <a:rPr b="1" sz="1300">
                <a:solidFill>
                  <a:srgbClr val="BF7314"/>
                </a:solidFill>
              </a:rPr>
              <a:t>   Acknowledging our state of absolute despair through Original Sin, to discover that without the Gospel there is no way to live</a:t>
            </a:r>
          </a:p>
          <a:p>
            <a:r>
              <a:rPr b="1" sz="1200">
                <a:solidFill>
                  <a:srgbClr val="1E293B"/>
                </a:solidFill>
              </a:rPr>
              <a:t>   1) 모든 것이 안 되는 나  (The 'me' for whom nothing works)</a:t>
            </a:r>
          </a:p>
          <a:p>
            <a:r>
              <a:rPr b="1" sz="1200">
                <a:solidFill>
                  <a:srgbClr val="1E293B"/>
                </a:solidFill>
              </a:rPr>
              <a:t>   2) 문제 속에 살 수밖에 없는 나  (The 'me' who cannot help but live inside problems)</a:t>
            </a:r>
          </a:p>
          <a:p>
            <a:r>
              <a:rPr b="1" sz="1200">
                <a:solidFill>
                  <a:srgbClr val="B82626"/>
                </a:solidFill>
              </a:rPr>
              <a:t>   3) 영적문제, 우상문제, 정신문제, 육신문제, 내세문제, 후대문제
       (Spiritual, idolatry, mental, physical, afterlife, and next-generation problems)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81B25"/>
              </a:gs>
              <a:gs pos="60000">
                <a:srgbClr val="10353D"/>
              </a:gs>
              <a:gs pos="90000">
                <a:srgbClr val="20545A"/>
              </a:gs>
              <a:gs pos="100000">
                <a:srgbClr val="746341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6F5EF"/>
                </a:solidFill>
              </a:defRPr>
            </a:pPr>
            <a:r>
              <a:t>3. 모든 민족을 위한 기도</a:t>
            </a:r>
          </a:p>
          <a:p>
            <a:pPr>
              <a:defRPr>
                <a:solidFill>
                  <a:srgbClr val="E6C581"/>
                </a:solidFill>
              </a:defRPr>
            </a:pPr>
            <a:r>
              <a:t>3. Prayer for All 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97280" cy="45720"/>
          </a:xfrm>
          <a:prstGeom prst="rect">
            <a:avLst/>
          </a:prstGeom>
          <a:solidFill>
            <a:srgbClr val="C9A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6F5EF"/>
                </a:solidFill>
                <a:latin typeface="Noto Sans CJK KR"/>
              </a:defRPr>
            </a:pPr>
            <a:r>
              <a:t>• 모든 민족이 그리스도 앞에 무릎 꿇도록</a:t>
            </a:r>
            <a:endParaRPr dirty="0">
              <a:solidFill>
                <a:srgbClr val="F6F5EF"/>
              </a:solidFill>
              <a:latin typeface="Noto Sans CJK KR"/>
            </a:endParaRPr>
          </a:p>
          <a:p>
            <a:pPr>
              <a:defRPr sz="1400">
                <a:solidFill>
                  <a:srgbClr val="CFDCE6"/>
                </a:solidFill>
                <a:latin typeface="Aptos"/>
              </a:defRPr>
            </a:pPr>
            <a:r>
              <a:t>   May all nations bow before Christ.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87752"/>
            <a:ext cx="10607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6F5EF"/>
                </a:solidFill>
                <a:latin typeface="Noto Sans CJK KR"/>
              </a:defRPr>
            </a:pPr>
            <a:r>
              <a:rPr dirty="0">
                <a:solidFill>
                  <a:srgbClr val="F6F5EF"/>
                </a:solidFill>
                <a:latin typeface="Noto Sans CJK KR"/>
              </a:rPr>
              <a:t>•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이곳에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모인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나라들과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세계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모든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나라를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위하여</a:t>
            </a:r>
            <a:endParaRPr dirty="0">
              <a:solidFill>
                <a:srgbClr val="F6F5EF"/>
              </a:solidFill>
              <a:latin typeface="Noto Sans CJK KR"/>
            </a:endParaRPr>
          </a:p>
          <a:p>
            <a:pPr>
              <a:defRPr sz="1400">
                <a:solidFill>
                  <a:srgbClr val="CFDCE6"/>
                </a:solidFill>
                <a:latin typeface="Aptos"/>
              </a:defRPr>
            </a:pPr>
            <a:r>
              <a:rPr dirty="0">
                <a:solidFill>
                  <a:srgbClr val="CFDCE6"/>
                </a:solidFill>
                <a:latin typeface="Noto Sans CJK KR"/>
              </a:rPr>
              <a:t>   </a:t>
            </a:r>
            <a:r>
              <a:rPr sz="2000" b="1" dirty="0">
                <a:solidFill>
                  <a:srgbClr val="CFDCE6"/>
                </a:solidFill>
                <a:latin typeface="Noto Sans CJK KR"/>
              </a:rPr>
              <a:t>For the nations represented here and for every nation of the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38144"/>
            <a:ext cx="10607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6F5EF"/>
                </a:solidFill>
                <a:latin typeface="Noto Sans CJK KR"/>
              </a:defRPr>
            </a:pPr>
            <a:r>
              <a:rPr dirty="0">
                <a:solidFill>
                  <a:srgbClr val="F6F5EF"/>
                </a:solidFill>
                <a:latin typeface="Noto Sans CJK KR"/>
              </a:rPr>
              <a:t>•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전쟁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속에서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고통받는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나라들과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사람들을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위하여</a:t>
            </a:r>
            <a:endParaRPr dirty="0">
              <a:solidFill>
                <a:srgbClr val="F6F5EF"/>
              </a:solidFill>
              <a:latin typeface="Noto Sans CJK KR"/>
            </a:endParaRPr>
          </a:p>
          <a:p>
            <a:pPr>
              <a:defRPr sz="1400">
                <a:solidFill>
                  <a:srgbClr val="CFDCE6"/>
                </a:solidFill>
                <a:latin typeface="Aptos"/>
              </a:defRPr>
            </a:pPr>
            <a:r>
              <a:rPr dirty="0">
                <a:solidFill>
                  <a:srgbClr val="CFDCE6"/>
                </a:solidFill>
                <a:latin typeface="Noto Sans CJK KR"/>
              </a:rPr>
              <a:t>   </a:t>
            </a:r>
            <a:r>
              <a:rPr sz="2000" b="1" dirty="0">
                <a:solidFill>
                  <a:srgbClr val="CFDCE6"/>
                </a:solidFill>
                <a:latin typeface="Noto Sans CJK KR"/>
              </a:rPr>
              <a:t>For countries and people suffering in the midst of war.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81725"/>
              </a:gs>
              <a:gs pos="60000">
                <a:srgbClr val="10273C"/>
              </a:gs>
              <a:gs pos="90000">
                <a:srgbClr val="174450"/>
              </a:gs>
              <a:gs pos="100000">
                <a:srgbClr val="66583F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6F5EF"/>
                </a:solidFill>
              </a:defRPr>
            </a:pPr>
            <a:r>
              <a:t>4. 후대를 위한 기도</a:t>
            </a:r>
          </a:p>
          <a:p>
            <a:pPr>
              <a:defRPr>
                <a:solidFill>
                  <a:srgbClr val="E6C581"/>
                </a:solidFill>
              </a:defRPr>
            </a:pPr>
            <a:r>
              <a:t>4. Prayer for the Next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97280" cy="45720"/>
          </a:xfrm>
          <a:prstGeom prst="rect">
            <a:avLst/>
          </a:prstGeom>
          <a:solidFill>
            <a:srgbClr val="C9A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6F5EF"/>
                </a:solidFill>
                <a:latin typeface="Noto Sans CJK KR"/>
              </a:defRPr>
            </a:pPr>
            <a:r>
              <a:t>• 후대가 복음을 알도록</a:t>
            </a:r>
            <a:endParaRPr dirty="0">
              <a:solidFill>
                <a:srgbClr val="F6F5EF"/>
              </a:solidFill>
              <a:latin typeface="Noto Sans CJK KR"/>
            </a:endParaRPr>
          </a:p>
          <a:p>
            <a:pPr>
              <a:defRPr sz="1250">
                <a:solidFill>
                  <a:srgbClr val="CFDCE6"/>
                </a:solidFill>
                <a:latin typeface="Aptos"/>
              </a:defRPr>
            </a:pPr>
            <a:r>
              <a:t>   May the next generation know the Gospel.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2"/>
            <a:ext cx="106070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6F5EF"/>
                </a:solidFill>
                <a:latin typeface="Noto Sans CJK KR"/>
              </a:defRPr>
            </a:pPr>
            <a:r>
              <a:rPr dirty="0">
                <a:solidFill>
                  <a:srgbClr val="F6F5EF"/>
                </a:solidFill>
                <a:latin typeface="Noto Sans CJK KR"/>
              </a:rPr>
              <a:t>•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복음이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정말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좋은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것임을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알도록</a:t>
            </a:r>
            <a:endParaRPr dirty="0">
              <a:solidFill>
                <a:srgbClr val="F6F5EF"/>
              </a:solidFill>
              <a:latin typeface="Noto Sans CJK KR"/>
            </a:endParaRPr>
          </a:p>
          <a:p>
            <a:pPr>
              <a:defRPr sz="1250">
                <a:solidFill>
                  <a:srgbClr val="CFDCE6"/>
                </a:solidFill>
                <a:latin typeface="Aptos"/>
              </a:defRPr>
            </a:pPr>
            <a:r>
              <a:rPr dirty="0">
                <a:solidFill>
                  <a:srgbClr val="CFDCE6"/>
                </a:solidFill>
                <a:latin typeface="Noto Sans CJK KR"/>
              </a:rPr>
              <a:t>   </a:t>
            </a:r>
            <a:r>
              <a:rPr sz="2000" b="1" dirty="0">
                <a:solidFill>
                  <a:srgbClr val="CFDCE6"/>
                </a:solidFill>
                <a:latin typeface="Noto Sans CJK KR"/>
              </a:rPr>
              <a:t>May they discover that the Gospel is truly good news.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00984"/>
            <a:ext cx="106070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6F5EF"/>
                </a:solidFill>
                <a:latin typeface="Noto Sans CJK KR"/>
              </a:defRPr>
            </a:pPr>
            <a:r>
              <a:rPr dirty="0">
                <a:solidFill>
                  <a:srgbClr val="F6F5EF"/>
                </a:solidFill>
                <a:latin typeface="Noto Sans CJK KR"/>
              </a:rPr>
              <a:t>•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인생에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무슨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일이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생겨도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그리스도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안에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있으면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괜찮다는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것을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알도록</a:t>
            </a:r>
            <a:endParaRPr dirty="0">
              <a:solidFill>
                <a:srgbClr val="F6F5EF"/>
              </a:solidFill>
              <a:latin typeface="Noto Sans CJK KR"/>
            </a:endParaRPr>
          </a:p>
          <a:p>
            <a:pPr>
              <a:defRPr sz="1250">
                <a:solidFill>
                  <a:srgbClr val="CFDCE6"/>
                </a:solidFill>
                <a:latin typeface="Aptos"/>
              </a:defRPr>
            </a:pPr>
            <a:r>
              <a:rPr dirty="0">
                <a:solidFill>
                  <a:srgbClr val="CFDCE6"/>
                </a:solidFill>
                <a:latin typeface="Noto Sans CJK KR"/>
              </a:rPr>
              <a:t>   </a:t>
            </a:r>
            <a:r>
              <a:rPr sz="2000" b="1" dirty="0">
                <a:solidFill>
                  <a:srgbClr val="CFDCE6"/>
                </a:solidFill>
                <a:latin typeface="Noto Sans CJK KR"/>
              </a:rPr>
              <a:t>May they know that whatever happens in life, they are secure when they are in Christ.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51376"/>
            <a:ext cx="106070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6F5EF"/>
                </a:solidFill>
                <a:latin typeface="Noto Sans CJK KR"/>
              </a:defRPr>
            </a:pPr>
            <a:r>
              <a:rPr dirty="0">
                <a:solidFill>
                  <a:srgbClr val="F6F5EF"/>
                </a:solidFill>
                <a:latin typeface="Noto Sans CJK KR"/>
              </a:rPr>
              <a:t>•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학업과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모든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일이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모든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민족을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살리는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준비임을</a:t>
            </a:r>
            <a:r>
              <a:rPr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dirty="0" err="1">
                <a:solidFill>
                  <a:srgbClr val="F6F5EF"/>
                </a:solidFill>
                <a:latin typeface="Noto Sans CJK KR"/>
              </a:rPr>
              <a:t>알도록</a:t>
            </a:r>
            <a:endParaRPr dirty="0">
              <a:solidFill>
                <a:srgbClr val="F6F5EF"/>
              </a:solidFill>
              <a:latin typeface="Noto Sans CJK KR"/>
            </a:endParaRPr>
          </a:p>
          <a:p>
            <a:pPr>
              <a:defRPr sz="1250">
                <a:solidFill>
                  <a:srgbClr val="CFDCE6"/>
                </a:solidFill>
                <a:latin typeface="Aptos"/>
              </a:defRPr>
            </a:pPr>
            <a:r>
              <a:rPr dirty="0">
                <a:solidFill>
                  <a:srgbClr val="CFDCE6"/>
                </a:solidFill>
                <a:latin typeface="Noto Sans CJK KR"/>
              </a:rPr>
              <a:t>   </a:t>
            </a:r>
            <a:r>
              <a:rPr sz="2000" b="1" dirty="0">
                <a:solidFill>
                  <a:srgbClr val="CFDCE6"/>
                </a:solidFill>
                <a:latin typeface="Noto Sans CJK KR"/>
              </a:rPr>
              <a:t>May they see their studies and every part of life as preparation to serve and save all nations.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81B25"/>
              </a:gs>
              <a:gs pos="60000">
                <a:srgbClr val="10353D"/>
              </a:gs>
              <a:gs pos="90000">
                <a:srgbClr val="20545A"/>
              </a:gs>
              <a:gs pos="100000">
                <a:srgbClr val="746341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6F5EF"/>
                </a:solidFill>
              </a:defRPr>
            </a:pPr>
            <a:r>
              <a:rPr sz="2800" b="1" dirty="0" err="1">
                <a:solidFill>
                  <a:srgbClr val="F6F5EF"/>
                </a:solidFill>
                <a:latin typeface="Noto Sans CJK KR"/>
              </a:rPr>
              <a:t>클로징</a:t>
            </a:r>
            <a:r>
              <a:rPr sz="2800" b="1" dirty="0">
                <a:solidFill>
                  <a:srgbClr val="F6F5EF"/>
                </a:solidFill>
                <a:latin typeface="Noto Sans CJK KR"/>
              </a:rPr>
              <a:t> </a:t>
            </a:r>
            <a:r>
              <a:rPr sz="2800" b="1" dirty="0" err="1">
                <a:solidFill>
                  <a:srgbClr val="F6F5EF"/>
                </a:solidFill>
                <a:latin typeface="Noto Sans CJK KR"/>
              </a:rPr>
              <a:t>기도</a:t>
            </a:r>
            <a:endParaRPr sz="2800" b="1" dirty="0">
              <a:solidFill>
                <a:srgbClr val="F6F5EF"/>
              </a:solidFill>
              <a:latin typeface="Noto Sans CJK KR"/>
            </a:endParaRPr>
          </a:p>
          <a:p>
            <a:pPr>
              <a:defRPr>
                <a:solidFill>
                  <a:srgbClr val="E6C581"/>
                </a:solidFill>
              </a:defRPr>
            </a:pPr>
            <a:r>
              <a:rPr sz="2800" dirty="0">
                <a:solidFill>
                  <a:srgbClr val="E6C581"/>
                </a:solidFill>
                <a:latin typeface="Noto Sans CJK KR"/>
              </a:rPr>
              <a:t>Closing Prayer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97280" cy="45720"/>
          </a:xfrm>
          <a:prstGeom prst="rect">
            <a:avLst/>
          </a:prstGeom>
          <a:solidFill>
            <a:srgbClr val="C9A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6F5EF"/>
                </a:solidFill>
              </a:defRPr>
            </a:pPr>
            <a:r>
              <a:rPr sz="3600" b="1" dirty="0" err="1">
                <a:solidFill>
                  <a:srgbClr val="F6F5EF"/>
                </a:solidFill>
                <a:latin typeface="Noto Sans CJK KR"/>
              </a:rPr>
              <a:t>죠지</a:t>
            </a:r>
            <a:endParaRPr sz="3600" b="1" dirty="0">
              <a:solidFill>
                <a:srgbClr val="F6F5EF"/>
              </a:solidFill>
              <a:latin typeface="Noto Sans CJK KR"/>
            </a:endParaRPr>
          </a:p>
          <a:p>
            <a:pPr algn="ctr">
              <a:defRPr>
                <a:solidFill>
                  <a:srgbClr val="CFDCE6"/>
                </a:solidFill>
              </a:defRPr>
            </a:pPr>
            <a:r>
              <a:rPr sz="3600" dirty="0">
                <a:solidFill>
                  <a:srgbClr val="CFDCE6"/>
                </a:solidFill>
                <a:latin typeface="Noto Sans CJK KR"/>
              </a:rPr>
              <a:t>George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81725"/>
              </a:gs>
              <a:gs pos="60000">
                <a:srgbClr val="10273C"/>
              </a:gs>
              <a:gs pos="90000">
                <a:srgbClr val="174450"/>
              </a:gs>
              <a:gs pos="100000">
                <a:srgbClr val="66583F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6F5EF"/>
                </a:solidFill>
              </a:defRPr>
            </a:pPr>
            <a:r>
              <a:rPr sz="2800" b="1">
                <a:solidFill>
                  <a:srgbClr val="F6F5EF"/>
                </a:solidFill>
                <a:latin typeface="Noto Sans CJK KR"/>
              </a:rPr>
              <a:t>광고</a:t>
            </a:r>
          </a:p>
          <a:p>
            <a:pPr>
              <a:defRPr>
                <a:solidFill>
                  <a:srgbClr val="E6C581"/>
                </a:solidFill>
              </a:defRPr>
            </a:pPr>
            <a:r>
              <a:rPr sz="2800">
                <a:solidFill>
                  <a:srgbClr val="E6C581"/>
                </a:solidFill>
                <a:latin typeface="Noto Sans CJK KR"/>
              </a:rPr>
              <a:t>Announcements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97280" cy="45720"/>
          </a:xfrm>
          <a:prstGeom prst="rect">
            <a:avLst/>
          </a:prstGeom>
          <a:solidFill>
            <a:srgbClr val="C9A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3196" y="2148840"/>
            <a:ext cx="10785325" cy="16619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514350" indent="-514350">
              <a:buAutoNum type="arabicPeriod"/>
              <a:defRPr>
                <a:solidFill>
                  <a:srgbClr val="F6F5EF"/>
                </a:solidFill>
              </a:defRPr>
            </a:pPr>
            <a:r>
              <a:rPr lang="ko-KR" altLang="en-US" sz="3400" b="1" dirty="0">
                <a:solidFill>
                  <a:srgbClr val="F6F5EF"/>
                </a:solidFill>
                <a:latin typeface="Noto Sans CJK KR"/>
              </a:rPr>
              <a:t>개인 </a:t>
            </a:r>
            <a:r>
              <a:rPr lang="en-AU" altLang="ko-KR" sz="3400" b="1" dirty="0">
                <a:solidFill>
                  <a:srgbClr val="F6F5EF"/>
                </a:solidFill>
                <a:latin typeface="Noto Sans CJK KR"/>
              </a:rPr>
              <a:t>(</a:t>
            </a:r>
            <a:r>
              <a:rPr lang="ko-KR" altLang="en-US" sz="3400" b="1" dirty="0">
                <a:solidFill>
                  <a:srgbClr val="F6F5EF"/>
                </a:solidFill>
                <a:latin typeface="Noto Sans CJK KR"/>
              </a:rPr>
              <a:t>부부</a:t>
            </a:r>
            <a:r>
              <a:rPr lang="en-AU" altLang="ko-KR" sz="3400" b="1" dirty="0">
                <a:solidFill>
                  <a:srgbClr val="F6F5EF"/>
                </a:solidFill>
                <a:latin typeface="Noto Sans CJK KR"/>
              </a:rPr>
              <a:t>, </a:t>
            </a:r>
            <a:r>
              <a:rPr lang="ko-KR" altLang="en-US" sz="3400" b="1" dirty="0">
                <a:solidFill>
                  <a:srgbClr val="F6F5EF"/>
                </a:solidFill>
                <a:latin typeface="Noto Sans CJK KR"/>
              </a:rPr>
              <a:t>가족</a:t>
            </a:r>
            <a:r>
              <a:rPr lang="en-AU" altLang="ko-KR" sz="3400" b="1" dirty="0">
                <a:solidFill>
                  <a:srgbClr val="F6F5EF"/>
                </a:solidFill>
                <a:latin typeface="Noto Sans CJK KR"/>
              </a:rPr>
              <a:t>)</a:t>
            </a:r>
            <a:r>
              <a:rPr lang="ko-KR" altLang="en-US" sz="3400" b="1" dirty="0">
                <a:solidFill>
                  <a:srgbClr val="F6F5EF"/>
                </a:solidFill>
                <a:latin typeface="Noto Sans CJK KR"/>
              </a:rPr>
              <a:t>이 모든민족과 후대위한 기도시간</a:t>
            </a:r>
            <a:endParaRPr lang="en-AU" altLang="ko-KR" sz="3400" b="1" dirty="0">
              <a:solidFill>
                <a:srgbClr val="F6F5EF"/>
              </a:solidFill>
              <a:latin typeface="Noto Sans CJK KR"/>
            </a:endParaRPr>
          </a:p>
          <a:p>
            <a:pPr marL="514350" indent="-514350">
              <a:buAutoNum type="arabicPeriod"/>
              <a:defRPr>
                <a:solidFill>
                  <a:srgbClr val="CFDCE6"/>
                </a:solidFill>
              </a:defRPr>
            </a:pPr>
            <a:endParaRPr lang="en-AU" altLang="ko-KR" sz="3400" b="1" dirty="0">
              <a:solidFill>
                <a:srgbClr val="CFDCE6"/>
              </a:solidFill>
              <a:latin typeface="Noto Sans CJK KR"/>
            </a:endParaRPr>
          </a:p>
          <a:p>
            <a:pPr marL="514350" indent="-514350">
              <a:buAutoNum type="arabicPeriod"/>
              <a:defRPr>
                <a:solidFill>
                  <a:srgbClr val="F6F5EF"/>
                </a:solidFill>
              </a:defRPr>
            </a:pPr>
            <a:r>
              <a:rPr lang="ko-KR" altLang="en-US" sz="3400" b="1" dirty="0">
                <a:solidFill>
                  <a:srgbClr val="F6F5EF"/>
                </a:solidFill>
                <a:latin typeface="Noto Sans CJK KR"/>
              </a:rPr>
              <a:t>충성된 사람과 함께 모든민족과 후대를 위한 기도모임</a:t>
            </a:r>
            <a:endParaRPr lang="en-AU" altLang="ko-KR" sz="3400" b="1" dirty="0">
              <a:solidFill>
                <a:srgbClr val="F6F5EF"/>
              </a:solidFill>
              <a:latin typeface="Noto Sans CJK K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22947"/>
                </a:solidFill>
              </a:rPr>
              <a:t>2. 나를 위한 기도</a:t>
            </a:r>
          </a:p>
          <a:p>
            <a:r>
              <a:rPr b="1" sz="2000">
                <a:solidFill>
                  <a:srgbClr val="5A6B7C"/>
                </a:solidFill>
              </a:rPr>
              <a:t>2. Prayer for Myself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1051560" cy="36576"/>
          </a:xfrm>
          <a:prstGeom prst="rect">
            <a:avLst/>
          </a:prstGeom>
          <a:solidFill>
            <a:srgbClr val="BF8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22947"/>
                </a:solidFill>
              </a:rPr>
              <a:t>“내가 제일 중요하다”  |  “I must begin with myself.”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50">
                <a:solidFill>
                  <a:srgbClr val="1A1F29"/>
                </a:solidFill>
              </a:rPr>
              <a:t>• 내가 복음이 되기를</a:t>
            </a:r>
          </a:p>
          <a:p>
            <a:pPr>
              <a:spcAft>
                <a:spcPts val="2200"/>
              </a:spcAft>
            </a:pPr>
            <a:r>
              <a:rPr b="1" sz="1650">
                <a:solidFill>
                  <a:srgbClr val="475970"/>
                </a:solidFill>
              </a:rPr>
              <a:t>   May the Gospel become real and evident in my life.</a:t>
            </a:r>
          </a:p>
          <a:p>
            <a:r>
              <a:rPr b="1" sz="1650">
                <a:solidFill>
                  <a:srgbClr val="1A1F29"/>
                </a:solidFill>
              </a:rPr>
              <a:t>• 무기력하게 느껴지는 그리스도가 아니라, 성경에 나타난 능력의 그리스도를 누리기를</a:t>
            </a:r>
          </a:p>
          <a:p>
            <a:pPr>
              <a:spcAft>
                <a:spcPts val="2200"/>
              </a:spcAft>
            </a:pPr>
            <a:r>
              <a:rPr b="1" sz="1650">
                <a:solidFill>
                  <a:srgbClr val="475970"/>
                </a:solidFill>
              </a:rPr>
              <a:t>   May I experience Christ not as powerless, but as the powerful Christ revealed in Scripture.</a:t>
            </a:r>
          </a:p>
          <a:p>
            <a:r>
              <a:rPr b="1" sz="1650">
                <a:solidFill>
                  <a:srgbClr val="1A1F29"/>
                </a:solidFill>
              </a:rPr>
              <a:t>• Up &amp; Down에 흔들리지 않고 다니엘처럼 항상 한결같은 믿음이 되기를</a:t>
            </a:r>
          </a:p>
          <a:p>
            <a:pPr>
              <a:spcAft>
                <a:spcPts val="2200"/>
              </a:spcAft>
            </a:pPr>
            <a:r>
              <a:rPr b="1" sz="1650">
                <a:solidFill>
                  <a:srgbClr val="475970"/>
                </a:solidFill>
              </a:rPr>
              <a:t>   May my faith remain steady like Daniel’s, not controlled by spiritual ups and downs.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5328</TotalTime>
  <Words>404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Noto Sans CJK KR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OkJoo Christine Han</dc:creator>
  <cp:keywords/>
  <dc:description>generated using python-pptx</dc:description>
  <cp:lastModifiedBy>OkJoo Christine Han</cp:lastModifiedBy>
  <cp:revision>3</cp:revision>
  <dcterms:created xsi:type="dcterms:W3CDTF">2013-01-27T09:14:16Z</dcterms:created>
  <dcterms:modified xsi:type="dcterms:W3CDTF">2026-09-20T07:50:59Z</dcterms:modified>
  <cp:category/>
</cp:coreProperties>
</file>