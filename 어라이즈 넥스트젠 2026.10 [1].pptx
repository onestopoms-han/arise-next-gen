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6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56F91A-E5A9-4046-B1D5-1821671D4014}" v="229" dt="2026-09-20T07:50:55.966"/>
    <p1510:client id="{55070461-D690-4CDD-9753-4F188055BDB5}" v="5" dt="2026-09-20T06:32:24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kJoo Christine Han" userId="ab0cf6c4020b386a" providerId="LiveId" clId="{8237D424-8FF9-43F8-AD32-9333448021B0}"/>
    <pc:docChg chg="undo custSel addSld delSld modSld">
      <pc:chgData name="OkJoo Christine Han" userId="ab0cf6c4020b386a" providerId="LiveId" clId="{8237D424-8FF9-43F8-AD32-9333448021B0}" dt="2026-09-20T07:50:55.966" v="283" actId="20577"/>
      <pc:docMkLst>
        <pc:docMk/>
      </pc:docMkLst>
      <pc:sldChg chg="addSp delSp modSp mod delAnim modAnim">
        <pc:chgData name="OkJoo Christine Han" userId="ab0cf6c4020b386a" providerId="LiveId" clId="{8237D424-8FF9-43F8-AD32-9333448021B0}" dt="2026-09-20T07:16:08.970" v="118" actId="1076"/>
        <pc:sldMkLst>
          <pc:docMk/>
          <pc:sldMk cId="0" sldId="257"/>
        </pc:sldMkLst>
        <pc:spChg chg="add del">
          <ac:chgData name="OkJoo Christine Han" userId="ab0cf6c4020b386a" providerId="LiveId" clId="{8237D424-8FF9-43F8-AD32-9333448021B0}" dt="2026-09-20T07:14:12.185" v="101" actId="478"/>
          <ac:spMkLst>
            <pc:docMk/>
            <pc:sldMk cId="0" sldId="257"/>
            <ac:spMk id="2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11:50.156" v="52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16:08.970" v="118" actId="1076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3:36.537" v="95" actId="47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4:31.935" v="105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5:08.656" v="114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5:08.656" v="112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4:01.284" v="99" actId="478"/>
          <ac:spMkLst>
            <pc:docMk/>
            <pc:sldMk cId="0" sldId="257"/>
            <ac:spMk id="14" creationId="{D71C7AAC-04BF-3B88-88A1-ECD07980ED8C}"/>
          </ac:spMkLst>
        </pc:spChg>
      </pc:sldChg>
      <pc:sldChg chg="modSp mod modAnim">
        <pc:chgData name="OkJoo Christine Han" userId="ab0cf6c4020b386a" providerId="LiveId" clId="{8237D424-8FF9-43F8-AD32-9333448021B0}" dt="2026-09-20T07:50:55.966" v="283" actId="20577"/>
        <pc:sldMkLst>
          <pc:docMk/>
          <pc:sldMk cId="0" sldId="266"/>
        </pc:sldMkLst>
        <pc:spChg chg="mod">
          <ac:chgData name="OkJoo Christine Han" userId="ab0cf6c4020b386a" providerId="LiveId" clId="{8237D424-8FF9-43F8-AD32-9333448021B0}" dt="2026-09-20T07:38:58.283" v="254" actId="20577"/>
          <ac:spMkLst>
            <pc:docMk/>
            <pc:sldMk cId="0" sldId="266"/>
            <ac:spMk id="2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50:55.966" v="283" actId="20577"/>
          <ac:spMkLst>
            <pc:docMk/>
            <pc:sldMk cId="0" sldId="266"/>
            <ac:spMk id="5" creationId="{00000000-0000-0000-0000-000000000000}"/>
          </ac:spMkLst>
        </pc:spChg>
      </pc:sldChg>
      <pc:sldChg chg="new del">
        <pc:chgData name="OkJoo Christine Han" userId="ab0cf6c4020b386a" providerId="LiveId" clId="{8237D424-8FF9-43F8-AD32-9333448021B0}" dt="2026-09-20T07:37:00.682" v="221" actId="680"/>
        <pc:sldMkLst>
          <pc:docMk/>
          <pc:sldMk cId="1199336626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55868" y="1256174"/>
            <a:ext cx="10449784" cy="23339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민족과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후대를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위한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기도모임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E6C581"/>
                </a:solidFill>
              </a:defRPr>
            </a:pPr>
            <a:r>
              <a:rPr sz="3600" dirty="0">
                <a:solidFill>
                  <a:srgbClr val="E6C581"/>
                </a:solidFill>
                <a:latin typeface="Noto Sans CJK KR"/>
              </a:rPr>
              <a:t>Prayer Gathering for All Nations &amp; the Next Generation</a:t>
            </a:r>
          </a:p>
          <a:p>
            <a:pPr algn="ctr">
              <a:spcBef>
                <a:spcPts val="2200"/>
              </a:spcBef>
              <a:defRPr>
                <a:solidFill>
                  <a:srgbClr val="F6F5EF"/>
                </a:solidFill>
              </a:defRPr>
            </a:pPr>
            <a:r>
              <a:rPr sz="1700" dirty="0" err="1">
                <a:solidFill>
                  <a:srgbClr val="F6F5EF"/>
                </a:solidFill>
                <a:latin typeface="Noto Sans CJK KR"/>
              </a:rPr>
              <a:t>진행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한옥주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 | 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통역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아이리스</a:t>
            </a:r>
            <a:endParaRPr lang="en-AU" sz="1700" dirty="0">
              <a:solidFill>
                <a:srgbClr val="F6F5EF"/>
              </a:solidFill>
              <a:latin typeface="Noto Sans CJK KR"/>
            </a:endParaRPr>
          </a:p>
          <a:p>
            <a:pPr algn="ctr">
              <a:spcBef>
                <a:spcPts val="2200"/>
              </a:spcBef>
              <a:defRPr>
                <a:solidFill>
                  <a:srgbClr val="CFDCE6"/>
                </a:solidFill>
              </a:defRPr>
            </a:pPr>
            <a:r>
              <a:rPr sz="2000" dirty="0">
                <a:solidFill>
                  <a:srgbClr val="CFDCE6"/>
                </a:solidFill>
                <a:latin typeface="Noto Sans CJK KR"/>
              </a:rPr>
              <a:t>Host: </a:t>
            </a:r>
            <a:r>
              <a:rPr lang="en-AU" sz="2000" dirty="0">
                <a:solidFill>
                  <a:srgbClr val="CFDCE6"/>
                </a:solidFill>
                <a:latin typeface="Noto Sans CJK KR"/>
              </a:rPr>
              <a:t>Christine</a:t>
            </a:r>
            <a:r>
              <a:rPr lang="ko-KR" altLang="en-US" sz="2000" dirty="0">
                <a:solidFill>
                  <a:srgbClr val="CFDCE6"/>
                </a:solidFill>
                <a:latin typeface="Noto Sans CJK KR"/>
              </a:rPr>
              <a:t> </a:t>
            </a:r>
            <a:r>
              <a:rPr lang="en-AU" altLang="ko-KR" sz="2000" dirty="0">
                <a:solidFill>
                  <a:srgbClr val="CFDCE6"/>
                </a:solidFill>
                <a:latin typeface="Noto Sans CJK KR"/>
              </a:rPr>
              <a:t>HAN</a:t>
            </a:r>
            <a:r>
              <a:rPr sz="2000" dirty="0">
                <a:solidFill>
                  <a:srgbClr val="CFDCE6"/>
                </a:solidFill>
                <a:latin typeface="Noto Sans CJK KR"/>
              </a:rPr>
              <a:t>  |  Interpreter: Iris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242810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lang="ko-KR" altLang="en-US" sz="2800" b="1" dirty="0">
                <a:solidFill>
                  <a:srgbClr val="F6F5EF"/>
                </a:solidFill>
                <a:latin typeface="Noto Sans CJK KR"/>
              </a:rPr>
              <a:t>오픈닝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lang="en-AU" sz="2800" dirty="0">
                <a:solidFill>
                  <a:srgbClr val="E6C581"/>
                </a:solidFill>
                <a:latin typeface="Noto Sans CJK KR"/>
              </a:rPr>
              <a:t>Opening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800529"/>
            <a:ext cx="106070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오프닝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기도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—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김은</a:t>
            </a:r>
            <a:r>
              <a:rPr lang="ko-KR" altLang="en-US" sz="3600" b="1" dirty="0">
                <a:solidFill>
                  <a:srgbClr val="F6F5EF"/>
                </a:solidFill>
                <a:latin typeface="Noto Sans CJK KR"/>
              </a:rPr>
              <a:t>덕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목사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 sz="1300">
                <a:solidFill>
                  <a:srgbClr val="CFDCE6"/>
                </a:solidFill>
                <a:latin typeface="Aptos"/>
              </a:defRPr>
            </a:pPr>
            <a:r>
              <a:rPr sz="3600" b="1" dirty="0">
                <a:solidFill>
                  <a:srgbClr val="F6F5EF"/>
                </a:solidFill>
                <a:latin typeface="Noto Sans CJK KR"/>
              </a:rPr>
              <a:t>   Opening Prayer — Pastor Eun-</a:t>
            </a:r>
            <a:r>
              <a:rPr lang="en-AU" sz="3600" b="1" dirty="0">
                <a:solidFill>
                  <a:srgbClr val="F6F5EF"/>
                </a:solidFill>
                <a:latin typeface="Noto Sans CJK KR"/>
              </a:rPr>
              <a:t>Duk Kim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찬송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Praise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400" b="1" dirty="0">
                <a:solidFill>
                  <a:srgbClr val="F6F5EF"/>
                </a:solidFill>
                <a:latin typeface="Noto Sans CJK KR"/>
              </a:rPr>
              <a:t>나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같은</a:t>
            </a:r>
            <a:r>
              <a:rPr sz="34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죄인</a:t>
            </a:r>
            <a:r>
              <a:rPr sz="34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살리신</a:t>
            </a:r>
            <a:endParaRPr sz="34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CFDCE6"/>
                </a:solidFill>
              </a:defRPr>
            </a:pPr>
            <a:r>
              <a:rPr sz="3400" dirty="0">
                <a:solidFill>
                  <a:srgbClr val="CFDCE6"/>
                </a:solidFill>
                <a:latin typeface="Noto Sans CJK KR"/>
              </a:rPr>
              <a:t>Amazing Grace</a:t>
            </a:r>
          </a:p>
          <a:p>
            <a:pPr algn="ctr">
              <a:spcBef>
                <a:spcPts val="2200"/>
              </a:spcBef>
              <a:defRPr>
                <a:solidFill>
                  <a:srgbClr val="F6F5EF"/>
                </a:solidFill>
              </a:defRPr>
            </a:pPr>
            <a:r>
              <a:rPr sz="1700" dirty="0" err="1">
                <a:solidFill>
                  <a:srgbClr val="F6F5EF"/>
                </a:solidFill>
                <a:latin typeface="Noto Sans CJK KR"/>
              </a:rPr>
              <a:t>유튜브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한국어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찬양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+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영어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가사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자막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
YouTube: Korean worship with English lyric subtitles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504688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1050">
                <a:solidFill>
                  <a:srgbClr val="F6F5EF"/>
                </a:solidFill>
                <a:latin typeface="Noto Sans CJK KR"/>
              </a:rPr>
              <a:t>V-WORSHIP · 나 같은 죄인 살리신 + 놀라우신 은혜 · Amazing Grace (ENG SUB)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946327" y="2636520"/>
            <a:ext cx="8268866" cy="2800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후대에게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전달할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5분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메시지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sz="2800" dirty="0">
                <a:solidFill>
                  <a:srgbClr val="E6C581"/>
                </a:solidFill>
                <a:latin typeface="Noto Sans CJK KR"/>
              </a:rPr>
              <a:t>A 5-Minute Message to Share with the Next Generation</a:t>
            </a:r>
            <a:endParaRPr lang="en-AU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endParaRPr lang="en-AU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ko-KR" altLang="en-US" sz="2800" dirty="0">
                <a:solidFill>
                  <a:srgbClr val="E6C581"/>
                </a:solidFill>
                <a:latin typeface="Noto Sans CJK KR"/>
              </a:rPr>
              <a:t>창</a:t>
            </a:r>
            <a:r>
              <a:rPr lang="en-US" altLang="ko-KR" sz="2800" dirty="0">
                <a:solidFill>
                  <a:srgbClr val="E6C581"/>
                </a:solidFill>
                <a:latin typeface="Noto Sans CJK KR"/>
              </a:rPr>
              <a:t>1:27-28</a:t>
            </a: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ko-KR" altLang="en-US" sz="2800" dirty="0">
                <a:solidFill>
                  <a:srgbClr val="E6C581"/>
                </a:solidFill>
                <a:latin typeface="Noto Sans CJK KR"/>
              </a:rPr>
              <a:t>다스리고 정복하라</a:t>
            </a:r>
            <a:endParaRPr lang="en-AU" altLang="ko-KR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en-AU" altLang="ko-KR" sz="2800" dirty="0">
                <a:solidFill>
                  <a:srgbClr val="E6C581"/>
                </a:solidFill>
                <a:latin typeface="Noto Sans CJK KR"/>
              </a:rPr>
              <a:t>(Rule </a:t>
            </a:r>
            <a:r>
              <a:rPr lang="en-AU" altLang="ko-KR" sz="2800">
                <a:solidFill>
                  <a:srgbClr val="E6C581"/>
                </a:solidFill>
                <a:latin typeface="Noto Sans CJK KR"/>
              </a:rPr>
              <a:t>&amp; Subdue)</a:t>
            </a:r>
            <a:endParaRPr lang="en-US" altLang="ko-KR" sz="2800" dirty="0">
              <a:solidFill>
                <a:srgbClr val="E6C581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1. 나를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1. Prayer for Myself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2000" i="1">
                <a:solidFill>
                  <a:srgbClr val="F6F5EF"/>
                </a:solidFill>
                <a:latin typeface="Noto Sans CJK KR"/>
              </a:rPr>
              <a:t>“내가 제일 중요하다”  |  “I must begin with myself.”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lang="ko-KR" altLang="en-US" dirty="0">
                <a:solidFill>
                  <a:srgbClr val="F6F5EF"/>
                </a:solidFill>
                <a:latin typeface="Noto Sans CJK KR"/>
              </a:rPr>
              <a:t>나의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복음이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되기를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3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 Gospel become real and </a:t>
            </a:r>
            <a:r>
              <a:rPr sz="2000" b="1" dirty="0" err="1">
                <a:solidFill>
                  <a:srgbClr val="CFDCE6"/>
                </a:solidFill>
                <a:latin typeface="Noto Sans CJK KR"/>
              </a:rPr>
              <a:t>eviden</a:t>
            </a:r>
            <a:r>
              <a:rPr lang="en-AU" sz="2000" b="1" dirty="0">
                <a:solidFill>
                  <a:srgbClr val="CFDCE6"/>
                </a:solidFill>
                <a:latin typeface="Noto Sans CJK KR"/>
              </a:rPr>
              <a:t>t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 in my life</a:t>
            </a:r>
            <a:r>
              <a:rPr b="1" dirty="0">
                <a:solidFill>
                  <a:srgbClr val="CFDCE6"/>
                </a:solidFill>
                <a:latin typeface="Noto Sans CJK KR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82112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무기력하게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느껴지는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그리스도가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아니라</a:t>
            </a:r>
            <a:r>
              <a:rPr dirty="0">
                <a:solidFill>
                  <a:srgbClr val="F6F5EF"/>
                </a:solidFill>
                <a:latin typeface="Noto Sans CJK KR"/>
              </a:rPr>
              <a:t>,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성경에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나타난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능력의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그리스도를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누리기를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3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I experience Christ not as powerless, but as the powerful Christ revealed in Scripture</a:t>
            </a:r>
            <a:r>
              <a:rPr dirty="0">
                <a:solidFill>
                  <a:srgbClr val="CFDCE6"/>
                </a:solidFill>
                <a:latin typeface="Noto Sans CJK KR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sz="1800" dirty="0">
                <a:solidFill>
                  <a:srgbClr val="F6F5EF"/>
                </a:solidFill>
                <a:latin typeface="Noto Sans CJK KR"/>
              </a:rPr>
              <a:t>• Up &amp; Down</a:t>
            </a:r>
            <a:r>
              <a:rPr lang="en-AU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lang="ko-KR" altLang="en-US" dirty="0">
                <a:solidFill>
                  <a:srgbClr val="F6F5EF"/>
                </a:solidFill>
                <a:latin typeface="Noto Sans CJK KR"/>
              </a:rPr>
              <a:t>되지 않는 항상이 되기를</a:t>
            </a:r>
            <a:r>
              <a:rPr lang="en-AU" altLang="ko-KR" dirty="0">
                <a:solidFill>
                  <a:srgbClr val="F6F5EF"/>
                </a:solidFill>
                <a:latin typeface="Noto Sans CJK KR"/>
              </a:rPr>
              <a:t>-</a:t>
            </a:r>
            <a:r>
              <a:rPr sz="18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lang="ko-KR" altLang="en-US" sz="1800" dirty="0">
                <a:solidFill>
                  <a:srgbClr val="F6F5EF"/>
                </a:solidFill>
                <a:latin typeface="Noto Sans CJK KR"/>
              </a:rPr>
              <a:t>성경속 </a:t>
            </a:r>
            <a:r>
              <a:rPr sz="1800" dirty="0" err="1">
                <a:solidFill>
                  <a:srgbClr val="F6F5EF"/>
                </a:solidFill>
                <a:latin typeface="Noto Sans CJK KR"/>
              </a:rPr>
              <a:t>다니엘처럼</a:t>
            </a:r>
            <a:endParaRPr sz="1800" dirty="0">
              <a:solidFill>
                <a:srgbClr val="F6F5EF"/>
              </a:solidFill>
              <a:latin typeface="Noto Sans CJK KR"/>
            </a:endParaRPr>
          </a:p>
          <a:p>
            <a:pPr>
              <a:defRPr sz="13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my faith remain steady like Daniel’s, not controlled by spiritual ups and downs.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2. 모든 민족을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2. Prayer for All 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민족이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그리스도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앞에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무릎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꿇도록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all nations bow before Christ.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87752"/>
            <a:ext cx="10607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이곳에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모인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나라들과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세계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위하여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For the nations represented here and for every nation of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10607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전쟁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속에서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고통받는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나라들과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사람들을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위하여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For countries and people suffering in the midst of war.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1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3. 후대를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3. Prayer for the Next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후대가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복음을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 next generation know the Gospel.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50592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복음이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정말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좋은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것임을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discover that the Gospel is truly good news.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00984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인생에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무슨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일이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생겨도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그리스도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안에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있으면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괜찮다는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것을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know that whatever happens in life, they are secure when they are in Christ.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51376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학업과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일이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민족을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살리는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준비임을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see their studies and every part of life as preparation to serve and save all 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 dirty="0" err="1">
                <a:solidFill>
                  <a:srgbClr val="F6F5EF"/>
                </a:solidFill>
                <a:latin typeface="Noto Sans CJK KR"/>
              </a:rPr>
              <a:t>클로징</a:t>
            </a:r>
            <a:r>
              <a:rPr sz="28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2800" b="1" dirty="0" err="1">
                <a:solidFill>
                  <a:srgbClr val="F6F5EF"/>
                </a:solidFill>
                <a:latin typeface="Noto Sans CJK KR"/>
              </a:rPr>
              <a:t>기도</a:t>
            </a:r>
            <a:endParaRPr sz="2800" b="1" dirty="0">
              <a:solidFill>
                <a:srgbClr val="F6F5EF"/>
              </a:solidFill>
              <a:latin typeface="Noto Sans CJK KR"/>
            </a:endParaRP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 dirty="0">
                <a:solidFill>
                  <a:srgbClr val="E6C581"/>
                </a:solidFill>
                <a:latin typeface="Noto Sans CJK KR"/>
              </a:rPr>
              <a:t>Closing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죠지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CFDCE6"/>
                </a:solidFill>
              </a:defRPr>
            </a:pPr>
            <a:r>
              <a:rPr sz="3600" dirty="0">
                <a:solidFill>
                  <a:srgbClr val="CFDCE6"/>
                </a:solidFill>
                <a:latin typeface="Noto Sans CJK KR"/>
              </a:rPr>
              <a:t>George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광고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Announcements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3196" y="2148840"/>
            <a:ext cx="10785325" cy="1661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514350" indent="-514350">
              <a:buAutoNum type="arabicPeriod"/>
              <a:defRPr>
                <a:solidFill>
                  <a:srgbClr val="F6F5EF"/>
                </a:solidFill>
              </a:defRPr>
            </a:pP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개인 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(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부부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, 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가족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)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이 모든민족과 후대위한 기도시간</a:t>
            </a:r>
            <a:endParaRPr lang="en-AU" altLang="ko-KR" sz="3400" b="1" dirty="0">
              <a:solidFill>
                <a:srgbClr val="F6F5EF"/>
              </a:solidFill>
              <a:latin typeface="Noto Sans CJK KR"/>
            </a:endParaRPr>
          </a:p>
          <a:p>
            <a:pPr marL="514350" indent="-514350">
              <a:buAutoNum type="arabicPeriod"/>
              <a:defRPr>
                <a:solidFill>
                  <a:srgbClr val="CFDCE6"/>
                </a:solidFill>
              </a:defRPr>
            </a:pPr>
            <a:endParaRPr lang="en-AU" altLang="ko-KR" sz="3400" b="1" dirty="0">
              <a:solidFill>
                <a:srgbClr val="CFDCE6"/>
              </a:solidFill>
              <a:latin typeface="Noto Sans CJK KR"/>
            </a:endParaRPr>
          </a:p>
          <a:p>
            <a:pPr marL="514350" indent="-514350">
              <a:buAutoNum type="arabicPeriod"/>
              <a:defRPr>
                <a:solidFill>
                  <a:srgbClr val="F6F5EF"/>
                </a:solidFill>
              </a:defRPr>
            </a:pP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충성된 사람과 함께 모든민족과 후대를 위한 기도모임</a:t>
            </a:r>
            <a:endParaRPr lang="en-AU" altLang="ko-KR" sz="3400" b="1" dirty="0">
              <a:solidFill>
                <a:srgbClr val="F6F5EF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5328</TotalTime>
  <Words>404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Noto Sans CJK KR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OkJoo Christine Han</dc:creator>
  <cp:keywords/>
  <dc:description>generated using python-pptx</dc:description>
  <cp:lastModifiedBy>OkJoo Christine Han</cp:lastModifiedBy>
  <cp:revision>3</cp:revision>
  <dcterms:created xsi:type="dcterms:W3CDTF">2013-01-27T09:14:16Z</dcterms:created>
  <dcterms:modified xsi:type="dcterms:W3CDTF">2026-09-20T07:50:59Z</dcterms:modified>
  <cp:category/>
</cp:coreProperties>
</file>